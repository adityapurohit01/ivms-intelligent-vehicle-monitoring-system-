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3" r:id="rId6"/>
    <p:sldId id="265" r:id="rId7"/>
    <p:sldId id="267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53B84-3D47-4C8D-978D-4F3957BCCF8F}" v="10" dt="2025-11-11T12:36:06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Chauhan" userId="16e369ed-80cf-4193-8936-73d9ebeee1be" providerId="ADAL" clId="{D47125AE-743D-4D40-8297-2D7636A2156F}"/>
    <pc:docChg chg="undo custSel addSld delSld modSld sldOrd">
      <pc:chgData name="Amit Chauhan" userId="16e369ed-80cf-4193-8936-73d9ebeee1be" providerId="ADAL" clId="{D47125AE-743D-4D40-8297-2D7636A2156F}" dt="2025-11-11T12:36:19.259" v="422" actId="14100"/>
      <pc:docMkLst>
        <pc:docMk/>
      </pc:docMkLst>
      <pc:sldChg chg="addSp delSp modSp new mod">
        <pc:chgData name="Amit Chauhan" userId="16e369ed-80cf-4193-8936-73d9ebeee1be" providerId="ADAL" clId="{D47125AE-743D-4D40-8297-2D7636A2156F}" dt="2025-11-11T12:36:19.259" v="422" actId="14100"/>
        <pc:sldMkLst>
          <pc:docMk/>
          <pc:sldMk cId="3956701522" sldId="256"/>
        </pc:sldMkLst>
        <pc:spChg chg="mod">
          <ac:chgData name="Amit Chauhan" userId="16e369ed-80cf-4193-8936-73d9ebeee1be" providerId="ADAL" clId="{D47125AE-743D-4D40-8297-2D7636A2156F}" dt="2025-11-11T12:32:56.408" v="312" actId="20577"/>
          <ac:spMkLst>
            <pc:docMk/>
            <pc:sldMk cId="3956701522" sldId="256"/>
            <ac:spMk id="2" creationId="{28A42D48-ABAE-A800-8A27-22415644EA98}"/>
          </ac:spMkLst>
        </pc:spChg>
        <pc:spChg chg="del">
          <ac:chgData name="Amit Chauhan" userId="16e369ed-80cf-4193-8936-73d9ebeee1be" providerId="ADAL" clId="{D47125AE-743D-4D40-8297-2D7636A2156F}" dt="2025-11-11T10:38:15.988" v="1" actId="478"/>
          <ac:spMkLst>
            <pc:docMk/>
            <pc:sldMk cId="3956701522" sldId="256"/>
            <ac:spMk id="3" creationId="{DB8696E9-8CDF-788F-75F2-B4164C6E94DA}"/>
          </ac:spMkLst>
        </pc:spChg>
        <pc:spChg chg="add mod">
          <ac:chgData name="Amit Chauhan" userId="16e369ed-80cf-4193-8936-73d9ebeee1be" providerId="ADAL" clId="{D47125AE-743D-4D40-8297-2D7636A2156F}" dt="2025-11-11T12:34:29.719" v="405" actId="20577"/>
          <ac:spMkLst>
            <pc:docMk/>
            <pc:sldMk cId="3956701522" sldId="256"/>
            <ac:spMk id="6" creationId="{39F01FC9-A15F-90B8-0C8F-E37188AD837E}"/>
          </ac:spMkLst>
        </pc:spChg>
        <pc:spChg chg="add mod">
          <ac:chgData name="Amit Chauhan" userId="16e369ed-80cf-4193-8936-73d9ebeee1be" providerId="ADAL" clId="{D47125AE-743D-4D40-8297-2D7636A2156F}" dt="2025-11-11T12:36:19.259" v="422" actId="14100"/>
          <ac:spMkLst>
            <pc:docMk/>
            <pc:sldMk cId="3956701522" sldId="256"/>
            <ac:spMk id="7" creationId="{6CDDF087-3867-6641-9FF3-8F912AD95A64}"/>
          </ac:spMkLst>
        </pc:spChg>
        <pc:picChg chg="add mod">
          <ac:chgData name="Amit Chauhan" userId="16e369ed-80cf-4193-8936-73d9ebeee1be" providerId="ADAL" clId="{D47125AE-743D-4D40-8297-2D7636A2156F}" dt="2025-11-11T12:32:50.397" v="311" actId="1076"/>
          <ac:picMkLst>
            <pc:docMk/>
            <pc:sldMk cId="3956701522" sldId="256"/>
            <ac:picMk id="5" creationId="{A7710243-6EC8-B88F-6752-EFCA6E5BE7F9}"/>
          </ac:picMkLst>
        </pc:picChg>
      </pc:sldChg>
      <pc:sldChg chg="addSp modSp new mod">
        <pc:chgData name="Amit Chauhan" userId="16e369ed-80cf-4193-8936-73d9ebeee1be" providerId="ADAL" clId="{D47125AE-743D-4D40-8297-2D7636A2156F}" dt="2025-11-11T10:39:47.121" v="40" actId="20577"/>
        <pc:sldMkLst>
          <pc:docMk/>
          <pc:sldMk cId="1505976970" sldId="257"/>
        </pc:sldMkLst>
        <pc:spChg chg="mod">
          <ac:chgData name="Amit Chauhan" userId="16e369ed-80cf-4193-8936-73d9ebeee1be" providerId="ADAL" clId="{D47125AE-743D-4D40-8297-2D7636A2156F}" dt="2025-11-11T10:39:47.121" v="40" actId="20577"/>
          <ac:spMkLst>
            <pc:docMk/>
            <pc:sldMk cId="1505976970" sldId="257"/>
            <ac:spMk id="2" creationId="{238323DE-85ED-A5A9-0A1C-C0D7121EEDFE}"/>
          </ac:spMkLst>
        </pc:spChg>
        <pc:picChg chg="add mod">
          <ac:chgData name="Amit Chauhan" userId="16e369ed-80cf-4193-8936-73d9ebeee1be" providerId="ADAL" clId="{D47125AE-743D-4D40-8297-2D7636A2156F}" dt="2025-11-11T10:39:18.223" v="15" actId="1076"/>
          <ac:picMkLst>
            <pc:docMk/>
            <pc:sldMk cId="1505976970" sldId="257"/>
            <ac:picMk id="4" creationId="{E53C78B2-7A78-8379-D17C-44D7BF13B161}"/>
          </ac:picMkLst>
        </pc:picChg>
      </pc:sldChg>
      <pc:sldChg chg="new del">
        <pc:chgData name="Amit Chauhan" userId="16e369ed-80cf-4193-8936-73d9ebeee1be" providerId="ADAL" clId="{D47125AE-743D-4D40-8297-2D7636A2156F}" dt="2025-11-11T10:39:32.871" v="22" actId="47"/>
        <pc:sldMkLst>
          <pc:docMk/>
          <pc:sldMk cId="3632037468" sldId="258"/>
        </pc:sldMkLst>
      </pc:sldChg>
      <pc:sldChg chg="modSp add mod">
        <pc:chgData name="Amit Chauhan" userId="16e369ed-80cf-4193-8936-73d9ebeee1be" providerId="ADAL" clId="{D47125AE-743D-4D40-8297-2D7636A2156F}" dt="2025-11-11T10:39:40.308" v="32" actId="20577"/>
        <pc:sldMkLst>
          <pc:docMk/>
          <pc:sldMk cId="1517024553" sldId="259"/>
        </pc:sldMkLst>
        <pc:spChg chg="mod">
          <ac:chgData name="Amit Chauhan" userId="16e369ed-80cf-4193-8936-73d9ebeee1be" providerId="ADAL" clId="{D47125AE-743D-4D40-8297-2D7636A2156F}" dt="2025-11-11T10:39:40.308" v="32" actId="20577"/>
          <ac:spMkLst>
            <pc:docMk/>
            <pc:sldMk cId="1517024553" sldId="259"/>
            <ac:spMk id="2" creationId="{2B821072-37D3-74CD-C67B-719D2995FBD8}"/>
          </ac:spMkLst>
        </pc:spChg>
      </pc:sldChg>
      <pc:sldChg chg="addSp delSp modSp add mod">
        <pc:chgData name="Amit Chauhan" userId="16e369ed-80cf-4193-8936-73d9ebeee1be" providerId="ADAL" clId="{D47125AE-743D-4D40-8297-2D7636A2156F}" dt="2025-11-11T10:43:18.466" v="236" actId="1076"/>
        <pc:sldMkLst>
          <pc:docMk/>
          <pc:sldMk cId="1227403778" sldId="260"/>
        </pc:sldMkLst>
        <pc:spChg chg="mod">
          <ac:chgData name="Amit Chauhan" userId="16e369ed-80cf-4193-8936-73d9ebeee1be" providerId="ADAL" clId="{D47125AE-743D-4D40-8297-2D7636A2156F}" dt="2025-11-11T10:43:18.466" v="236" actId="1076"/>
          <ac:spMkLst>
            <pc:docMk/>
            <pc:sldMk cId="1227403778" sldId="260"/>
            <ac:spMk id="2" creationId="{75FE490C-B4A5-6B1C-EBF3-C4033C21C77C}"/>
          </ac:spMkLst>
        </pc:spChg>
        <pc:spChg chg="del">
          <ac:chgData name="Amit Chauhan" userId="16e369ed-80cf-4193-8936-73d9ebeee1be" providerId="ADAL" clId="{D47125AE-743D-4D40-8297-2D7636A2156F}" dt="2025-11-11T10:40:11.250" v="63" actId="3680"/>
          <ac:spMkLst>
            <pc:docMk/>
            <pc:sldMk cId="1227403778" sldId="260"/>
            <ac:spMk id="3" creationId="{4503CB58-EC4D-49BC-6E4A-107387A73512}"/>
          </ac:spMkLst>
        </pc:spChg>
        <pc:graphicFrameChg chg="add mod ord modGraphic">
          <ac:chgData name="Amit Chauhan" userId="16e369ed-80cf-4193-8936-73d9ebeee1be" providerId="ADAL" clId="{D47125AE-743D-4D40-8297-2D7636A2156F}" dt="2025-11-11T10:42:17.854" v="176" actId="1076"/>
          <ac:graphicFrameMkLst>
            <pc:docMk/>
            <pc:sldMk cId="1227403778" sldId="260"/>
            <ac:graphicFrameMk id="5" creationId="{4EBFDE4E-447E-A9F4-FA41-6685F8E87D84}"/>
          </ac:graphicFrameMkLst>
        </pc:graphicFrameChg>
      </pc:sldChg>
      <pc:sldChg chg="modSp new del mod">
        <pc:chgData name="Amit Chauhan" userId="16e369ed-80cf-4193-8936-73d9ebeee1be" providerId="ADAL" clId="{D47125AE-743D-4D40-8297-2D7636A2156F}" dt="2025-11-11T12:30:36.588" v="248" actId="47"/>
        <pc:sldMkLst>
          <pc:docMk/>
          <pc:sldMk cId="298175502" sldId="261"/>
        </pc:sldMkLst>
        <pc:spChg chg="mod">
          <ac:chgData name="Amit Chauhan" userId="16e369ed-80cf-4193-8936-73d9ebeee1be" providerId="ADAL" clId="{D47125AE-743D-4D40-8297-2D7636A2156F}" dt="2025-11-11T12:30:30.321" v="244" actId="20577"/>
          <ac:spMkLst>
            <pc:docMk/>
            <pc:sldMk cId="298175502" sldId="261"/>
            <ac:spMk id="2" creationId="{0A08E113-FA42-9CEA-921B-EFC064290A46}"/>
          </ac:spMkLst>
        </pc:spChg>
      </pc:sldChg>
      <pc:sldChg chg="delSp modSp new mod">
        <pc:chgData name="Amit Chauhan" userId="16e369ed-80cf-4193-8936-73d9ebeee1be" providerId="ADAL" clId="{D47125AE-743D-4D40-8297-2D7636A2156F}" dt="2025-11-11T12:30:45.155" v="258" actId="478"/>
        <pc:sldMkLst>
          <pc:docMk/>
          <pc:sldMk cId="2439901733" sldId="262"/>
        </pc:sldMkLst>
        <pc:spChg chg="del">
          <ac:chgData name="Amit Chauhan" userId="16e369ed-80cf-4193-8936-73d9ebeee1be" providerId="ADAL" clId="{D47125AE-743D-4D40-8297-2D7636A2156F}" dt="2025-11-11T12:30:45.155" v="258" actId="478"/>
          <ac:spMkLst>
            <pc:docMk/>
            <pc:sldMk cId="2439901733" sldId="262"/>
            <ac:spMk id="2" creationId="{47EDF9D5-213B-3ECA-84BE-3D240174926B}"/>
          </ac:spMkLst>
        </pc:spChg>
        <pc:spChg chg="mod">
          <ac:chgData name="Amit Chauhan" userId="16e369ed-80cf-4193-8936-73d9ebeee1be" providerId="ADAL" clId="{D47125AE-743D-4D40-8297-2D7636A2156F}" dt="2025-11-11T12:30:41.936" v="257" actId="20577"/>
          <ac:spMkLst>
            <pc:docMk/>
            <pc:sldMk cId="2439901733" sldId="262"/>
            <ac:spMk id="3" creationId="{2135B55F-2C27-C5B5-D043-0F8BE0AF434B}"/>
          </ac:spMkLst>
        </pc:spChg>
      </pc:sldChg>
      <pc:sldChg chg="modSp add mod ord">
        <pc:chgData name="Amit Chauhan" userId="16e369ed-80cf-4193-8936-73d9ebeee1be" providerId="ADAL" clId="{D47125AE-743D-4D40-8297-2D7636A2156F}" dt="2025-11-11T12:31:34.355" v="268" actId="33524"/>
        <pc:sldMkLst>
          <pc:docMk/>
          <pc:sldMk cId="851299798" sldId="263"/>
        </pc:sldMkLst>
        <pc:spChg chg="mod">
          <ac:chgData name="Amit Chauhan" userId="16e369ed-80cf-4193-8936-73d9ebeee1be" providerId="ADAL" clId="{D47125AE-743D-4D40-8297-2D7636A2156F}" dt="2025-11-11T12:31:34.355" v="268" actId="33524"/>
          <ac:spMkLst>
            <pc:docMk/>
            <pc:sldMk cId="851299798" sldId="263"/>
            <ac:spMk id="2" creationId="{3BB57302-34BA-17AC-B793-EE550FEEC022}"/>
          </ac:spMkLst>
        </pc:spChg>
      </pc:sldChg>
      <pc:sldChg chg="new del">
        <pc:chgData name="Amit Chauhan" userId="16e369ed-80cf-4193-8936-73d9ebeee1be" providerId="ADAL" clId="{D47125AE-743D-4D40-8297-2D7636A2156F}" dt="2025-11-11T12:32:03.563" v="280" actId="47"/>
        <pc:sldMkLst>
          <pc:docMk/>
          <pc:sldMk cId="3668709943" sldId="264"/>
        </pc:sldMkLst>
      </pc:sldChg>
      <pc:sldChg chg="modSp add mod">
        <pc:chgData name="Amit Chauhan" userId="16e369ed-80cf-4193-8936-73d9ebeee1be" providerId="ADAL" clId="{D47125AE-743D-4D40-8297-2D7636A2156F}" dt="2025-11-11T12:31:46.980" v="277" actId="20577"/>
        <pc:sldMkLst>
          <pc:docMk/>
          <pc:sldMk cId="533365064" sldId="265"/>
        </pc:sldMkLst>
        <pc:spChg chg="mod">
          <ac:chgData name="Amit Chauhan" userId="16e369ed-80cf-4193-8936-73d9ebeee1be" providerId="ADAL" clId="{D47125AE-743D-4D40-8297-2D7636A2156F}" dt="2025-11-11T12:31:46.980" v="277" actId="20577"/>
          <ac:spMkLst>
            <pc:docMk/>
            <pc:sldMk cId="533365064" sldId="265"/>
            <ac:spMk id="2" creationId="{6F2C06A5-DDC1-DA00-C3FB-0A4D7006336B}"/>
          </ac:spMkLst>
        </pc:spChg>
      </pc:sldChg>
      <pc:sldChg chg="modSp add mod">
        <pc:chgData name="Amit Chauhan" userId="16e369ed-80cf-4193-8936-73d9ebeee1be" providerId="ADAL" clId="{D47125AE-743D-4D40-8297-2D7636A2156F}" dt="2025-11-11T12:32:19.624" v="307" actId="313"/>
        <pc:sldMkLst>
          <pc:docMk/>
          <pc:sldMk cId="354246922" sldId="266"/>
        </pc:sldMkLst>
        <pc:spChg chg="mod">
          <ac:chgData name="Amit Chauhan" userId="16e369ed-80cf-4193-8936-73d9ebeee1be" providerId="ADAL" clId="{D47125AE-743D-4D40-8297-2D7636A2156F}" dt="2025-11-11T12:32:19.624" v="307" actId="313"/>
          <ac:spMkLst>
            <pc:docMk/>
            <pc:sldMk cId="354246922" sldId="266"/>
            <ac:spMk id="2" creationId="{003265A2-0392-5A7D-FE3A-43DEA4C0C02A}"/>
          </ac:spMkLst>
        </pc:spChg>
      </pc:sldChg>
      <pc:sldChg chg="modSp add mod">
        <pc:chgData name="Amit Chauhan" userId="16e369ed-80cf-4193-8936-73d9ebeee1be" providerId="ADAL" clId="{D47125AE-743D-4D40-8297-2D7636A2156F}" dt="2025-11-11T12:32:27.887" v="309" actId="20577"/>
        <pc:sldMkLst>
          <pc:docMk/>
          <pc:sldMk cId="4037982790" sldId="267"/>
        </pc:sldMkLst>
        <pc:spChg chg="mod">
          <ac:chgData name="Amit Chauhan" userId="16e369ed-80cf-4193-8936-73d9ebeee1be" providerId="ADAL" clId="{D47125AE-743D-4D40-8297-2D7636A2156F}" dt="2025-11-11T12:32:27.887" v="309" actId="20577"/>
          <ac:spMkLst>
            <pc:docMk/>
            <pc:sldMk cId="4037982790" sldId="267"/>
            <ac:spMk id="2" creationId="{140EBCC6-A530-20C5-EBD1-6B86DC01D9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28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76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06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36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72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9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06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5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3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9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155630A-DCD4-4FD2-9D2E-0D8CB4B520BC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41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2D48-ABAE-A800-8A27-22415644E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3290"/>
            <a:ext cx="9144000" cy="3520171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A7710243-6EC8-B88F-6752-EFCA6E5BE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69" y="1712778"/>
            <a:ext cx="5499862" cy="1836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01FC9-A15F-90B8-0C8F-E37188AD837E}"/>
              </a:ext>
            </a:extLst>
          </p:cNvPr>
          <p:cNvSpPr txBox="1"/>
          <p:nvPr/>
        </p:nvSpPr>
        <p:spPr>
          <a:xfrm>
            <a:off x="501445" y="4621161"/>
            <a:ext cx="3519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To: Dr Amit Chauhan</a:t>
            </a:r>
          </a:p>
          <a:p>
            <a:r>
              <a:rPr lang="en-US" dirty="0"/>
              <a:t>Assistant Professor </a:t>
            </a:r>
            <a:br>
              <a:rPr lang="en-US" dirty="0"/>
            </a:br>
            <a:r>
              <a:rPr lang="en-US" dirty="0"/>
              <a:t>SCSET, Bennett University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DF087-3867-6641-9FF3-8F912AD95A64}"/>
              </a:ext>
            </a:extLst>
          </p:cNvPr>
          <p:cNvSpPr txBox="1"/>
          <p:nvPr/>
        </p:nvSpPr>
        <p:spPr>
          <a:xfrm>
            <a:off x="9524861" y="5024654"/>
            <a:ext cx="211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</a:t>
            </a:r>
            <a:br>
              <a:rPr lang="en-US" dirty="0"/>
            </a:br>
            <a:r>
              <a:rPr lang="en-US" dirty="0"/>
              <a:t>Aditya Purohit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70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23DE-85ED-A5A9-0A1C-C0D7121E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5A75-6712-BDF3-6DFE-F6BD17E3E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Project Overview:</a:t>
            </a:r>
            <a:r>
              <a:rPr lang="en-GB" dirty="0"/>
              <a:t> Introduction to Traffic-V and its core objectives.</a:t>
            </a:r>
          </a:p>
          <a:p>
            <a:r>
              <a:rPr lang="en-GB" b="1" dirty="0"/>
              <a:t>System Architecture:</a:t>
            </a:r>
            <a:r>
              <a:rPr lang="en-GB" dirty="0"/>
              <a:t> High-level design and component interaction.</a:t>
            </a:r>
          </a:p>
          <a:p>
            <a:r>
              <a:rPr lang="en-GB" b="1" dirty="0"/>
              <a:t>Core Modules:</a:t>
            </a:r>
            <a:endParaRPr lang="en-GB" dirty="0"/>
          </a:p>
          <a:p>
            <a:pPr lvl="1"/>
            <a:r>
              <a:rPr lang="en-GB" dirty="0"/>
              <a:t>Vehicle Detection &amp; Classification</a:t>
            </a:r>
          </a:p>
          <a:p>
            <a:pPr lvl="1"/>
            <a:r>
              <a:rPr lang="en-GB" dirty="0"/>
              <a:t>License Plate Recognition (ANPR)</a:t>
            </a:r>
          </a:p>
          <a:p>
            <a:pPr lvl="1"/>
            <a:r>
              <a:rPr lang="en-GB" dirty="0"/>
              <a:t>Advanced </a:t>
            </a:r>
            <a:r>
              <a:rPr lang="en-GB" dirty="0" err="1"/>
              <a:t>Color</a:t>
            </a:r>
            <a:r>
              <a:rPr lang="en-GB" dirty="0"/>
              <a:t> Analysis</a:t>
            </a:r>
          </a:p>
          <a:p>
            <a:r>
              <a:rPr lang="en-GB" b="1" dirty="0"/>
              <a:t>Processing Pipeline:</a:t>
            </a:r>
            <a:r>
              <a:rPr lang="en-GB" dirty="0"/>
              <a:t> From video input to actionable data.</a:t>
            </a:r>
          </a:p>
          <a:p>
            <a:r>
              <a:rPr lang="en-GB" b="1" dirty="0"/>
              <a:t>Tracking &amp; Analytics:</a:t>
            </a:r>
            <a:r>
              <a:rPr lang="en-GB" dirty="0"/>
              <a:t> Object tracking logic and database management.</a:t>
            </a:r>
          </a:p>
          <a:p>
            <a:r>
              <a:rPr lang="en-GB" b="1" dirty="0"/>
              <a:t>Technology Stack:</a:t>
            </a:r>
            <a:r>
              <a:rPr lang="en-GB" dirty="0"/>
              <a:t> Libraries and frameworks utilized.</a:t>
            </a:r>
          </a:p>
          <a:p>
            <a:r>
              <a:rPr lang="en-GB" b="1" dirty="0"/>
              <a:t>Live Demonstration:</a:t>
            </a:r>
            <a:r>
              <a:rPr lang="en-GB" dirty="0"/>
              <a:t> Overview of the user interface and features.</a:t>
            </a:r>
          </a:p>
          <a:p>
            <a:r>
              <a:rPr lang="en-GB" b="1" dirty="0"/>
              <a:t>Future Scope:</a:t>
            </a:r>
            <a:r>
              <a:rPr lang="en-GB" dirty="0"/>
              <a:t> Potential enhancements and scalability.</a:t>
            </a:r>
          </a:p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E53C78B2-7A78-8379-D17C-44D7BF13B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7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305B-4D4D-DE15-ADD2-373697CC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1072-37D3-74CD-C67B-719D2995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EB89-7BBC-6F60-C66F-7E4E7AAC9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Traffic-V</a:t>
            </a:r>
            <a:r>
              <a:rPr lang="en-GB" dirty="0"/>
              <a:t> is an advanced, automated system designed for real-time vehicle monitoring and analysis.</a:t>
            </a:r>
          </a:p>
          <a:p>
            <a:r>
              <a:rPr lang="en-GB" b="1" dirty="0"/>
              <a:t>Problem Statement:</a:t>
            </a:r>
            <a:r>
              <a:rPr lang="en-GB" dirty="0"/>
              <a:t> Traditional traffic monitoring is manual, error-prone, and lacks detailed analytics like vehicle </a:t>
            </a:r>
            <a:r>
              <a:rPr lang="en-GB" dirty="0" err="1"/>
              <a:t>color</a:t>
            </a:r>
            <a:r>
              <a:rPr lang="en-GB" dirty="0"/>
              <a:t> or precise classification.</a:t>
            </a:r>
          </a:p>
          <a:p>
            <a:r>
              <a:rPr lang="en-GB" b="1" dirty="0"/>
              <a:t>Our Solution:</a:t>
            </a:r>
            <a:r>
              <a:rPr lang="en-GB" dirty="0"/>
              <a:t> A comprehensive software pipeline that integrates computer vision and deep learning to automate:</a:t>
            </a:r>
          </a:p>
          <a:p>
            <a:pPr lvl="1"/>
            <a:r>
              <a:rPr lang="en-GB" b="1" dirty="0"/>
              <a:t>Vehicle Detection:</a:t>
            </a:r>
            <a:r>
              <a:rPr lang="en-GB" dirty="0"/>
              <a:t> Identifying cars, trucks, buses, and motorbikes.</a:t>
            </a:r>
          </a:p>
          <a:p>
            <a:pPr lvl="1"/>
            <a:r>
              <a:rPr lang="en-GB" b="1" dirty="0"/>
              <a:t>License Plate Recognition:</a:t>
            </a:r>
            <a:r>
              <a:rPr lang="en-GB" dirty="0"/>
              <a:t> Extracting and reading alphanumeric plates.</a:t>
            </a:r>
          </a:p>
          <a:p>
            <a:pPr lvl="1"/>
            <a:r>
              <a:rPr lang="en-GB" b="1" dirty="0"/>
              <a:t>Attribute Analysis:</a:t>
            </a:r>
            <a:r>
              <a:rPr lang="en-GB" dirty="0"/>
              <a:t> Determining vehicle </a:t>
            </a:r>
            <a:r>
              <a:rPr lang="en-GB" dirty="0" err="1"/>
              <a:t>color</a:t>
            </a:r>
            <a:r>
              <a:rPr lang="en-GB" dirty="0"/>
              <a:t> with high accuracy.</a:t>
            </a:r>
          </a:p>
          <a:p>
            <a:r>
              <a:rPr lang="en-GB" b="1" dirty="0"/>
              <a:t>Key Goal:</a:t>
            </a:r>
            <a:r>
              <a:rPr lang="en-GB" dirty="0"/>
              <a:t> To provide a robust, scalable tool for traffic management, security surveillance, and smart city applications.</a:t>
            </a:r>
          </a:p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6567DAF2-857A-8FE0-04E0-8C7D27F30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2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0612-DB12-A8F3-A020-AB10B97D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490C-B4A5-6B1C-EBF3-C4033C21C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43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Literature Review </a:t>
            </a:r>
            <a:br>
              <a:rPr lang="en-US" dirty="0"/>
            </a:br>
            <a:r>
              <a:rPr lang="en-US" sz="2400" dirty="0"/>
              <a:t>(NOTE: Add Minimum 5 Research Papers)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D754EBD-94DA-544C-5B10-94EDDA49E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670" y="1510992"/>
            <a:ext cx="10939130" cy="4689465"/>
          </a:xfrm>
          <a:prstGeom prst="rect">
            <a:avLst/>
          </a:prstGeom>
        </p:spPr>
      </p:pic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00A4DDBB-D7ED-A0A4-9045-5AB002814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0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C654-DAC6-16EF-AECE-28C30E2D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7302-34BA-17AC-B793-EE550FEE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IN" dirty="0"/>
          </a:p>
        </p:txBody>
      </p:sp>
      <p:pic>
        <p:nvPicPr>
          <p:cNvPr id="6" name="Content Placeholder 5" descr="A diagram of a traffic system&#10;&#10;AI-generated content may be incorrect.">
            <a:extLst>
              <a:ext uri="{FF2B5EF4-FFF2-40B4-BE49-F238E27FC236}">
                <a16:creationId xmlns:a16="http://schemas.microsoft.com/office/drawing/2014/main" id="{64D6752E-8172-8426-8755-DE596A429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121"/>
            <a:ext cx="12191999" cy="6621886"/>
          </a:xfrm>
        </p:spPr>
      </p:pic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B058892F-40AE-C01D-7CD5-4ACDF861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620" y="6049992"/>
            <a:ext cx="1479432" cy="4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C63A-B21D-748A-CB8C-D559BB04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06A5-DDC1-DA00-C3FB-0A4D7006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 descr="A diagram of a software component diagram&#10;&#10;AI-generated content may be incorrect.">
            <a:extLst>
              <a:ext uri="{FF2B5EF4-FFF2-40B4-BE49-F238E27FC236}">
                <a16:creationId xmlns:a16="http://schemas.microsoft.com/office/drawing/2014/main" id="{48C96C17-30ED-EA78-7B33-58A05ADD4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09" y="0"/>
            <a:ext cx="11313042" cy="6847367"/>
          </a:xfrm>
        </p:spPr>
      </p:pic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7FDBE00F-0C50-CE9A-F81C-E031F3651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568" y="603849"/>
            <a:ext cx="1521946" cy="5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6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0965-2FC4-9D15-9CC7-1C1CEDEE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BCC6-A530-20C5-EBD1-6B86DC01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93" y="185368"/>
            <a:ext cx="10058400" cy="1609344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380C-DF8B-ECD6-FF07-30E50BCAA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63"/>
            <a:ext cx="10515600" cy="4752200"/>
          </a:xfrm>
        </p:spPr>
        <p:txBody>
          <a:bodyPr>
            <a:normAutofit/>
          </a:bodyPr>
          <a:lstStyle/>
          <a:p>
            <a:r>
              <a:rPr lang="en-IN" b="1" dirty="0"/>
              <a:t>Input Acquisition:</a:t>
            </a:r>
            <a:r>
              <a:rPr lang="en-IN" dirty="0"/>
              <a:t> Video stream or video file is ingested.</a:t>
            </a:r>
          </a:p>
          <a:p>
            <a:r>
              <a:rPr lang="en-IN" b="1" dirty="0"/>
              <a:t>Vehicle Detection:</a:t>
            </a:r>
            <a:r>
              <a:rPr lang="en-IN" dirty="0"/>
              <a:t> </a:t>
            </a:r>
            <a:r>
              <a:rPr lang="en-IN" b="1" dirty="0" err="1"/>
              <a:t>MobileNet</a:t>
            </a:r>
            <a:r>
              <a:rPr lang="en-IN" b="1" dirty="0"/>
              <a:t> SSD</a:t>
            </a:r>
            <a:r>
              <a:rPr lang="en-IN" dirty="0"/>
              <a:t> (Single Shot Detector) model identifies vehicles and draws bounding boxes.</a:t>
            </a:r>
          </a:p>
          <a:p>
            <a:r>
              <a:rPr lang="en-IN" b="1" dirty="0"/>
              <a:t>Object Tracking:</a:t>
            </a:r>
            <a:r>
              <a:rPr lang="en-IN" dirty="0"/>
              <a:t> Centroid tracking algorithm assigns unique IDs to keep track of vehicles across frames.</a:t>
            </a:r>
          </a:p>
          <a:p>
            <a:r>
              <a:rPr lang="en-IN" b="1" dirty="0"/>
              <a:t>Attribute Analysis:</a:t>
            </a:r>
            <a:endParaRPr lang="en-IN" dirty="0"/>
          </a:p>
          <a:p>
            <a:pPr lvl="1"/>
            <a:r>
              <a:rPr lang="en-IN" b="1" dirty="0" err="1"/>
              <a:t>Color</a:t>
            </a:r>
            <a:r>
              <a:rPr lang="en-IN" b="1" dirty="0"/>
              <a:t>:</a:t>
            </a:r>
            <a:r>
              <a:rPr lang="en-IN" dirty="0"/>
              <a:t> Hybrid approach using K-Means Clustering and Deep Learning (CLIP) for precise </a:t>
            </a:r>
            <a:r>
              <a:rPr lang="en-IN" dirty="0" err="1"/>
              <a:t>color</a:t>
            </a:r>
            <a:r>
              <a:rPr lang="en-IN" dirty="0"/>
              <a:t> naming.</a:t>
            </a:r>
          </a:p>
          <a:p>
            <a:pPr lvl="1"/>
            <a:r>
              <a:rPr lang="en-IN" b="1" dirty="0"/>
              <a:t>Plate Detection:</a:t>
            </a:r>
            <a:r>
              <a:rPr lang="en-IN" dirty="0"/>
              <a:t> </a:t>
            </a:r>
            <a:r>
              <a:rPr lang="en-IN" b="1" dirty="0"/>
              <a:t>EAST</a:t>
            </a:r>
            <a:r>
              <a:rPr lang="en-IN" dirty="0"/>
              <a:t> (Efficient and Accurate Scene Text) detector locates the license plate.</a:t>
            </a:r>
          </a:p>
          <a:p>
            <a:r>
              <a:rPr lang="en-IN" b="1" dirty="0"/>
              <a:t>Recognition (OCR):</a:t>
            </a:r>
            <a:r>
              <a:rPr lang="en-IN" dirty="0"/>
              <a:t> </a:t>
            </a:r>
            <a:r>
              <a:rPr lang="en-IN" b="1" dirty="0" err="1"/>
              <a:t>TrOCR</a:t>
            </a:r>
            <a:r>
              <a:rPr lang="en-IN" dirty="0"/>
              <a:t> (Transformer-based OCR) reads the text from the plate region.</a:t>
            </a:r>
          </a:p>
          <a:p>
            <a:r>
              <a:rPr lang="en-IN" b="1" dirty="0"/>
              <a:t>Data Logging:</a:t>
            </a:r>
            <a:r>
              <a:rPr lang="en-IN" dirty="0"/>
              <a:t> All data (ID, Type, </a:t>
            </a:r>
            <a:r>
              <a:rPr lang="en-IN" dirty="0" err="1"/>
              <a:t>Color</a:t>
            </a:r>
            <a:r>
              <a:rPr lang="en-IN" dirty="0"/>
              <a:t>, Plate, Time) is saved to an SQLite database.</a:t>
            </a:r>
          </a:p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E85DD9F8-1A74-5CE8-1B24-AD093549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8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1139-C720-1634-524F-A5E3A329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65A2-0392-5A7D-FE3A-43DEA4C0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(IN IEEE format)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0CB0-784F-9866-9E38-0129D661E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W. Liu et al., "SSD: Single Shot </a:t>
            </a:r>
            <a:r>
              <a:rPr lang="en-IN" dirty="0" err="1"/>
              <a:t>MultiBox</a:t>
            </a:r>
            <a:r>
              <a:rPr lang="en-IN" dirty="0"/>
              <a:t> Detector," in </a:t>
            </a:r>
            <a:r>
              <a:rPr lang="en-IN" i="1" dirty="0"/>
              <a:t>European Conference on Computer Vision (ECCV)</a:t>
            </a:r>
            <a:r>
              <a:rPr lang="en-IN" dirty="0"/>
              <a:t>, 2016, pp. 21–37.</a:t>
            </a:r>
          </a:p>
          <a:p>
            <a:r>
              <a:rPr lang="en-IN" dirty="0"/>
              <a:t>X. Zhou et al., "EAST: An Efficient and Accurate Scene Text Detector," in </a:t>
            </a:r>
            <a:r>
              <a:rPr lang="en-IN" i="1" dirty="0"/>
              <a:t>Proceedings of the IEEE Conference on Computer Vision and Pattern Recognition (CVPR)</a:t>
            </a:r>
            <a:r>
              <a:rPr lang="en-IN" dirty="0"/>
              <a:t>, 2017, pp. 5551–5560.</a:t>
            </a:r>
          </a:p>
          <a:p>
            <a:r>
              <a:rPr lang="en-IN" dirty="0"/>
              <a:t>M. Li et al., "</a:t>
            </a:r>
            <a:r>
              <a:rPr lang="en-IN" dirty="0" err="1"/>
              <a:t>TrOCR</a:t>
            </a:r>
            <a:r>
              <a:rPr lang="en-IN" dirty="0"/>
              <a:t>: Transformer-based Optical Character Recognition with Pre-trained Models," in </a:t>
            </a:r>
            <a:r>
              <a:rPr lang="en-IN" i="1" dirty="0"/>
              <a:t>Proceedings of the AAAI Conference on Artificial Intelligence</a:t>
            </a:r>
            <a:r>
              <a:rPr lang="en-IN" dirty="0"/>
              <a:t>, vol. 37, no. 11, pp. 13094–13102, 2023.</a:t>
            </a:r>
          </a:p>
          <a:p>
            <a:r>
              <a:rPr lang="en-IN" dirty="0"/>
              <a:t>A. Radford et al., "Learning Transferable Visual Models From Natural Language Supervision," in </a:t>
            </a:r>
            <a:r>
              <a:rPr lang="en-IN" i="1" dirty="0"/>
              <a:t>Proceedings of the International Conference on Machine Learning (ICML)</a:t>
            </a:r>
            <a:r>
              <a:rPr lang="en-IN" dirty="0"/>
              <a:t>, 2021, pp. 8748–8763.</a:t>
            </a:r>
          </a:p>
          <a:p>
            <a:r>
              <a:rPr lang="en-IN" dirty="0"/>
              <a:t>S. M. Silva and C. R. Jung, "License Plate Detection and Recognition in Unconstrained Scenarios," in </a:t>
            </a:r>
            <a:r>
              <a:rPr lang="en-IN" i="1" dirty="0"/>
              <a:t>Proceedings of the European Conference on Computer Vision (ECCV)</a:t>
            </a:r>
            <a:r>
              <a:rPr lang="en-IN" dirty="0"/>
              <a:t>, 2018, pp. 580–596.</a:t>
            </a:r>
          </a:p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7028D7E8-6455-7705-B5FF-590C26C70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6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B55F-2C27-C5B5-D043-0F8BE0AF4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9017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144</TotalTime>
  <Words>544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 </vt:lpstr>
      <vt:lpstr>Contents</vt:lpstr>
      <vt:lpstr>Introduction</vt:lpstr>
      <vt:lpstr>Literature Review  (NOTE: Add Minimum 5 Research Papers) </vt:lpstr>
      <vt:lpstr>Workflow</vt:lpstr>
      <vt:lpstr>PowerPoint Presentation</vt:lpstr>
      <vt:lpstr>Proposed Methodology</vt:lpstr>
      <vt:lpstr>References (IN IEEE format)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Chauhan</dc:creator>
  <cp:lastModifiedBy>ADITYA  PUROHIT</cp:lastModifiedBy>
  <cp:revision>2</cp:revision>
  <dcterms:created xsi:type="dcterms:W3CDTF">2025-11-11T10:37:31Z</dcterms:created>
  <dcterms:modified xsi:type="dcterms:W3CDTF">2025-11-23T16:23:00Z</dcterms:modified>
</cp:coreProperties>
</file>